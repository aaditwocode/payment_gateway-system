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embedTrueTypeFonts="1" saveSubsetFonts="1">
  <p:sldMasterIdLst>
    <p:sldMasterId id="2147483648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-2482" y="-91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presProps" Target="presProps.xml" /><Relationship Id="rId10" Type="http://schemas.openxmlformats.org/officeDocument/2006/relationships/slide" Target="slides/slide5.xml" /><Relationship Id="rId11" Type="http://schemas.openxmlformats.org/officeDocument/2006/relationships/slide" Target="slides/slide6.xml" /><Relationship Id="rId12" Type="http://schemas.openxmlformats.org/officeDocument/2006/relationships/slide" Target="slides/slide7.xml" /><Relationship Id="rId13" Type="http://schemas.openxmlformats.org/officeDocument/2006/relationships/slide" Target="slides/slide8.xml" /><Relationship Id="rId14" Type="http://schemas.openxmlformats.org/officeDocument/2006/relationships/slide" Target="slides/slide9.xml" /><Relationship Id="rId15" Type="http://schemas.openxmlformats.org/officeDocument/2006/relationships/slide" Target="slides/slide10.xml" /><Relationship Id="rId16" Type="http://schemas.openxmlformats.org/officeDocument/2006/relationships/slide" Target="slides/slide11.xml" /><Relationship Id="rId17" Type="http://schemas.openxmlformats.org/officeDocument/2006/relationships/slide" Target="slides/slide12.xml" /><Relationship Id="rId18" Type="http://schemas.openxmlformats.org/officeDocument/2006/relationships/slide" Target="slides/slide13.xml" /><Relationship Id="rId2" Type="http://schemas.openxmlformats.org/officeDocument/2006/relationships/tableStyles" Target="tableStyles.xml" /><Relationship Id="rId3" Type="http://schemas.openxmlformats.org/officeDocument/2006/relationships/viewProps" Target="viewProps.xml" /><Relationship Id="rId4" Type="http://schemas.openxmlformats.org/officeDocument/2006/relationships/theme" Target="theme/theme1.xml" /><Relationship Id="rId5" Type="http://schemas.openxmlformats.org/officeDocument/2006/relationships/slideMaster" Target="slideMasters/slideMaster1.xml" /><Relationship Id="rId6" Type="http://schemas.openxmlformats.org/officeDocument/2006/relationships/slide" Target="slides/slide1.xml" /><Relationship Id="rId7" Type="http://schemas.openxmlformats.org/officeDocument/2006/relationships/slide" Target="slides/slide2.xml" /><Relationship Id="rId8" Type="http://schemas.openxmlformats.org/officeDocument/2006/relationships/slide" Target="slides/slide3.xml" /><Relationship Id="rId9" Type="http://schemas.openxmlformats.org/officeDocument/2006/relationships/slide" Target="slides/slide4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27.02.2014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В‹#В›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.pn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.pn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6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7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8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9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0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1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2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3.png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72263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7371842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7932166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7229475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789520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7017766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70104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PresentationFormat>On-screen Show (4:3)</PresentationFormat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cp:revision>1</cp:revision>
  <dcterms:modified xsi:type="dcterms:W3CDTF">2025-11-21T16:05:15+00:00</dcterms:modified>
</cp:coreProperties>
</file>